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725ea05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725ea05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725ea0515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725ea0515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5-06-17 at 7.15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693"/>
            <a:ext cx="9144000" cy="4874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5-06-17 at 7.16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7398"/>
            <a:ext cx="9143999" cy="4708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